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검증은 증거를 판정하고, 공개는 정책이 결정한다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유효한 Quote는 자동 권한 부여가 아니다. signed Result는 RP/KMS release policy의 입력이다.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22192" y="1207008"/>
            <a:ext cx="1417320" cy="246888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22192" y="1266444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COLLATERAL SIDE PATH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3218688" y="154533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PCS → PCCS cache → signed collateral → Verifier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4572000" y="1719072"/>
            <a:ext cx="0" cy="219456"/>
          </a:xfrm>
          <a:prstGeom prst="line">
            <a:avLst/>
          </a:prstGeom>
          <a:noFill/>
          <a:ln w="1524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2240280" cy="205740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203704"/>
            <a:ext cx="438912" cy="246888"/>
          </a:xfrm>
          <a:prstGeom prst="rect">
            <a:avLst/>
          </a:prstGeom>
          <a:solidFill>
            <a:srgbClr val="1F5975"/>
          </a:solidFill>
          <a:ln w="8890">
            <a:solidFill>
              <a:srgbClr val="1F59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2631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94944" y="255117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2926080"/>
            <a:ext cx="1947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Quote + canonical key bytes + bound request context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3246120" y="1938528"/>
            <a:ext cx="2468880" cy="23042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2084832"/>
            <a:ext cx="438912" cy="246888"/>
          </a:xfrm>
          <a:prstGeom prst="rect">
            <a:avLst/>
          </a:prstGeom>
          <a:solidFill>
            <a:srgbClr val="075568"/>
          </a:solidFill>
          <a:ln w="8890">
            <a:solidFill>
              <a:srgbClr val="07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21442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3392424" y="243230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392424" y="2807208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Quote·collateral 평가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 / D / E 재계산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 생성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720840" y="1938528"/>
            <a:ext cx="2468880" cy="230428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67144" y="2084832"/>
            <a:ext cx="438912" cy="246888"/>
          </a:xfrm>
          <a:prstGeom prst="rect">
            <a:avLst/>
          </a:prstGeom>
          <a:solidFill>
            <a:srgbClr val="0F4DAA"/>
          </a:solidFill>
          <a:ln w="8890">
            <a:solidFill>
              <a:srgbClr val="0F4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1442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867144" y="243230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67144" y="2807208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 + time + E/K 확인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확인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별도 release policy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2798064" y="3090672"/>
            <a:ext cx="438912" cy="0"/>
          </a:xfrm>
          <a:prstGeom prst="line">
            <a:avLst/>
          </a:prstGeom>
          <a:noFill/>
          <a:ln w="27305">
            <a:solidFill>
              <a:srgbClr val="80CFE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487168" y="2788920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BCEA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+ context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5724144" y="3090672"/>
            <a:ext cx="987552" cy="0"/>
          </a:xfrm>
          <a:prstGeom prst="line">
            <a:avLst/>
          </a:prstGeom>
          <a:noFill/>
          <a:ln w="31750">
            <a:solidFill>
              <a:srgbClr val="75C1F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650992" y="2788920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A9D8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9738360" y="2194560"/>
            <a:ext cx="1783080" cy="786384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2952" y="2377440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902952" y="271576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one-time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secret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738360" y="3364992"/>
            <a:ext cx="1783080" cy="786384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2952" y="3547872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 KEY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9902952" y="38862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E1D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· replay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FFE1D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expiry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217152" y="2697480"/>
            <a:ext cx="512064" cy="-118872"/>
          </a:xfrm>
          <a:prstGeom prst="line">
            <a:avLst/>
          </a:prstGeom>
          <a:noFill/>
          <a:ln w="2413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17152" y="3502152"/>
            <a:ext cx="512064" cy="228600"/>
          </a:xfrm>
          <a:prstGeom prst="line">
            <a:avLst/>
          </a:prstGeom>
          <a:noFill/>
          <a:ln w="2413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657600" y="4370832"/>
            <a:ext cx="1645920" cy="246888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443026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K/D/E: symbolic profile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413248" y="4434840"/>
            <a:ext cx="3794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deployment은 별도 trust anchor·조직 policy를 명시해야 한다.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48640" y="4727448"/>
            <a:ext cx="5303520" cy="987552"/>
          </a:xfrm>
          <a:prstGeom prst="rect">
            <a:avLst/>
          </a:prstGeom>
          <a:solidFill>
            <a:srgbClr val="0B3140"/>
          </a:solidFill>
          <a:ln w="8890">
            <a:solidFill>
              <a:srgbClr val="0B31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4928616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경로가 증명하는 것</a:t>
            </a:r>
            <a:endParaRPr lang="en-US" sz="1520" dirty="0"/>
          </a:p>
        </p:txBody>
      </p:sp>
      <p:sp>
        <p:nvSpPr>
          <p:cNvPr id="41" name="Text 39"/>
          <p:cNvSpPr/>
          <p:nvPr/>
        </p:nvSpPr>
        <p:spPr>
          <a:xfrm>
            <a:off x="713232" y="5349240"/>
            <a:ext cx="4974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reported TD state + request/key binding을 조직 policy로 평가할 수 있다.</a:t>
            </a:r>
            <a:endParaRPr lang="en-US" sz="985" dirty="0"/>
          </a:p>
        </p:txBody>
      </p:sp>
      <p:sp>
        <p:nvSpPr>
          <p:cNvPr id="42" name="Shape 40"/>
          <p:cNvSpPr/>
          <p:nvPr/>
        </p:nvSpPr>
        <p:spPr>
          <a:xfrm>
            <a:off x="6172200" y="4727448"/>
            <a:ext cx="5349240" cy="987552"/>
          </a:xfrm>
          <a:prstGeom prst="rect">
            <a:avLst/>
          </a:prstGeom>
          <a:solidFill>
            <a:srgbClr val="3B1C27"/>
          </a:solidFill>
          <a:ln w="8890">
            <a:solidFill>
              <a:srgbClr val="3B1C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4928616"/>
            <a:ext cx="5020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경로만으로는 증명하지 않는 것</a:t>
            </a:r>
            <a:endParaRPr lang="en-US" sz="1520" dirty="0"/>
          </a:p>
        </p:txBody>
      </p:sp>
      <p:sp>
        <p:nvSpPr>
          <p:cNvPr id="44" name="Text 42"/>
          <p:cNvSpPr/>
          <p:nvPr/>
        </p:nvSpPr>
        <p:spPr>
          <a:xfrm>
            <a:off x="6336792" y="5349240"/>
            <a:ext cx="5020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code correctness · container identity · future safety · availability</a:t>
            </a:r>
            <a:endParaRPr lang="en-US" sz="985" dirty="0"/>
          </a:p>
        </p:txBody>
      </p:sp>
      <p:sp>
        <p:nvSpPr>
          <p:cNvPr id="45" name="Shape 43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2442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Intel-rats: learning / design-review only · not a production verifier baseline.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Result는 어떻게 만들어지는가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QGS는 transport이고 TDQE는 Quote signer다. 한 message는 한 arrow에만 둔다. K/D/E는 symbolic deployment profile이다.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298448"/>
            <a:ext cx="1865376" cy="59436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release owner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463040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88920" y="1298448"/>
            <a:ext cx="1865376" cy="59436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88920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appraisal owner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721608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47488" y="1298448"/>
            <a:ext cx="1865376" cy="594360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47488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attester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80176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06056" y="1298448"/>
            <a:ext cx="1865376" cy="594360"/>
          </a:xfrm>
          <a:prstGeom prst="rect">
            <a:avLst/>
          </a:prstGeom>
          <a:solidFill>
            <a:srgbClr val="64748B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06056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transport only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238744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64624" y="1298448"/>
            <a:ext cx="1865376" cy="594360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64624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signer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497312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30352" y="2011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Bind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63040" y="2267712"/>
            <a:ext cx="226771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627632" y="2057400"/>
            <a:ext cx="1938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ID + subject + audience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730752" y="2578608"/>
            <a:ext cx="-226771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91056" y="2368296"/>
            <a:ext cx="1993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(Verifier retains context)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463040" y="2889504"/>
            <a:ext cx="4526280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938528" y="2679192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forwards nonce + bound request context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530352" y="3154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Quote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3447288"/>
            <a:ext cx="2258568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309360" y="3236976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TDREPORT: D/K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247888" y="3749040"/>
            <a:ext cx="225856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321040" y="353872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same-platform report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10506456" y="4059936"/>
            <a:ext cx="-225856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467344" y="3849624"/>
            <a:ext cx="18105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TDQE-signed Quote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8247888" y="4370832"/>
            <a:ext cx="-225856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144768" y="4160520"/>
            <a:ext cx="1975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returns through guest path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989320" y="4663440"/>
            <a:ext cx="-4526280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783080" y="445312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Quote + canonical key bytes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1463040" y="4956048"/>
            <a:ext cx="226771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572768" y="4745736"/>
            <a:ext cx="20848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+ key + identical context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530352" y="49194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Appraise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730752" y="5166360"/>
            <a:ext cx="-2267712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481328" y="4956048"/>
            <a:ext cx="22128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Result: verdict + policy version + E + allow-only K</a:t>
            </a:r>
            <a:endParaRPr lang="en-US" sz="765" dirty="0"/>
          </a:p>
        </p:txBody>
      </p:sp>
      <p:sp>
        <p:nvSpPr>
          <p:cNvPr id="48" name="Shape 46"/>
          <p:cNvSpPr/>
          <p:nvPr/>
        </p:nvSpPr>
        <p:spPr>
          <a:xfrm>
            <a:off x="1463040" y="5577840"/>
            <a:ext cx="4526280" cy="0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2468880" y="5367528"/>
            <a:ext cx="2487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challenge / response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1463040" y="5961888"/>
            <a:ext cx="4526280" cy="0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920240" y="5751576"/>
            <a:ext cx="3794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after ALLOW: secret only on same approved K channel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Summary sequence: request binding → TD/QGS/TDQE Quote path → appraisal Result → RP/KMS policy.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Bitboom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TDX 원격 증명 — 2장 요약</dc:title>
  <dc:subject>Decision model and signed Result sequence</dc:subject>
  <dc:creator>Bitboom</dc:creator>
  <cp:lastModifiedBy>Bitboom</cp:lastModifiedBy>
  <cp:revision>1</cp:revision>
  <dcterms:created xsi:type="dcterms:W3CDTF">2026-07-18T05:09:14Z</dcterms:created>
  <dcterms:modified xsi:type="dcterms:W3CDTF">2026-07-18T05:09:14Z</dcterms:modified>
</cp:coreProperties>
</file>